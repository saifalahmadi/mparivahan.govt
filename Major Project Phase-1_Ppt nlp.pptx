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jbbbhg91kVpxP75ryVBpWIfCfY+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itle and Content" showMasterSp="0">
  <p:cSld name="4_Title and Conten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5"/>
          <p:cNvSpPr/>
          <p:nvPr/>
        </p:nvSpPr>
        <p:spPr>
          <a:xfrm>
            <a:off x="334296" y="6302477"/>
            <a:ext cx="11805124" cy="393967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 cap="flat" cmpd="sng" w="9525">
            <a:solidFill>
              <a:srgbClr val="FCF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200" u="none" cap="none" strike="noStrik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                               Department of Computer Science &amp; Engineering</a:t>
            </a:r>
            <a:endParaRPr b="0" i="0" sz="1200" u="none" cap="none" strike="noStrike">
              <a:solidFill>
                <a:srgbClr val="00B0F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5"/>
          <p:cNvSpPr/>
          <p:nvPr/>
        </p:nvSpPr>
        <p:spPr>
          <a:xfrm>
            <a:off x="0" y="1"/>
            <a:ext cx="12192000" cy="737420"/>
          </a:xfrm>
          <a:prstGeom prst="rect">
            <a:avLst/>
          </a:prstGeom>
          <a:solidFill>
            <a:srgbClr val="002060"/>
          </a:solidFill>
          <a:ln cap="flat" cmpd="sng" w="25400">
            <a:solidFill>
              <a:srgbClr val="DCE6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" name="Google Shape;2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65073" y="4341"/>
            <a:ext cx="720000" cy="7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15"/>
          <p:cNvSpPr/>
          <p:nvPr/>
        </p:nvSpPr>
        <p:spPr>
          <a:xfrm>
            <a:off x="368709" y="855408"/>
            <a:ext cx="11488995" cy="5447069"/>
          </a:xfrm>
          <a:prstGeom prst="rect">
            <a:avLst/>
          </a:prstGeom>
          <a:solidFill>
            <a:schemeClr val="lt1">
              <a:alpha val="81568"/>
            </a:schemeClr>
          </a:solidFill>
          <a:ln cap="flat" cmpd="sng" w="25400">
            <a:solidFill>
              <a:srgbClr val="FCF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67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5"/>
          <p:cNvSpPr txBox="1"/>
          <p:nvPr>
            <p:ph idx="1" type="body"/>
          </p:nvPr>
        </p:nvSpPr>
        <p:spPr>
          <a:xfrm>
            <a:off x="495300" y="988970"/>
            <a:ext cx="11201400" cy="51815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2" type="sldNum"/>
          </p:nvPr>
        </p:nvSpPr>
        <p:spPr>
          <a:xfrm>
            <a:off x="11372722" y="6437670"/>
            <a:ext cx="666881" cy="3072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1" i="0" sz="20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1" i="0" sz="20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1" i="0" sz="20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1" i="0" sz="20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1" i="0" sz="20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1" i="0" sz="20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1" i="0" sz="20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1" i="0" sz="20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1" i="0" sz="20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" name="Google Shape;25;p15"/>
          <p:cNvSpPr txBox="1"/>
          <p:nvPr>
            <p:ph type="title"/>
          </p:nvPr>
        </p:nvSpPr>
        <p:spPr>
          <a:xfrm>
            <a:off x="1000557" y="132710"/>
            <a:ext cx="10236864" cy="45967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  <a:defRPr b="1" sz="3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26" name="Google Shape;2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246" y="47352"/>
            <a:ext cx="934311" cy="640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6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16"/>
          <p:cNvSpPr txBox="1"/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" type="subTitle"/>
          </p:nvPr>
        </p:nvSpPr>
        <p:spPr>
          <a:xfrm>
            <a:off x="1100051" y="4455620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" name="Google Shape;32;p16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6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6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5" name="Google Shape;35;p16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showMasterSp="0" type="obj">
  <p:cSld name="OBJEC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7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7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7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8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1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18"/>
          <p:cNvSpPr txBox="1"/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b="0"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8"/>
          <p:cNvSpPr txBox="1"/>
          <p:nvPr>
            <p:ph idx="1" type="body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7" name="Google Shape;47;p18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8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50" name="Google Shape;50;p18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showMasterSp="0" type="twoObj">
  <p:cSld name="TWO_OBJECTS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9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" type="body"/>
          </p:nvPr>
        </p:nvSpPr>
        <p:spPr>
          <a:xfrm>
            <a:off x="1097279" y="1845734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4" name="Google Shape;54;p19"/>
          <p:cNvSpPr txBox="1"/>
          <p:nvPr>
            <p:ph idx="2" type="body"/>
          </p:nvPr>
        </p:nvSpPr>
        <p:spPr>
          <a:xfrm>
            <a:off x="6217920" y="1845735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5" name="Google Shape;55;p19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9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showMasterSp="0" type="twoTxTwoObj">
  <p:cSld name="TWO_OBJECTS_WITH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0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" type="body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1" name="Google Shape;61;p20"/>
          <p:cNvSpPr txBox="1"/>
          <p:nvPr>
            <p:ph idx="2" type="body"/>
          </p:nvPr>
        </p:nvSpPr>
        <p:spPr>
          <a:xfrm>
            <a:off x="109728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62" name="Google Shape;62;p20"/>
          <p:cNvSpPr txBox="1"/>
          <p:nvPr>
            <p:ph idx="3" type="body"/>
          </p:nvPr>
        </p:nvSpPr>
        <p:spPr>
          <a:xfrm>
            <a:off x="621792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3" name="Google Shape;63;p20"/>
          <p:cNvSpPr txBox="1"/>
          <p:nvPr>
            <p:ph idx="4" type="body"/>
          </p:nvPr>
        </p:nvSpPr>
        <p:spPr>
          <a:xfrm>
            <a:off x="621792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64" name="Google Shape;64;p20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0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 type="titleOnly">
  <p:cSld name="TITLE_ONLY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1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1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2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22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22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3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23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23"/>
          <p:cNvSpPr txBox="1"/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3"/>
          <p:cNvSpPr txBox="1"/>
          <p:nvPr>
            <p:ph idx="1" type="body"/>
          </p:nvPr>
        </p:nvSpPr>
        <p:spPr>
          <a:xfrm>
            <a:off x="4800600" y="731520"/>
            <a:ext cx="649224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83" name="Google Shape;83;p23"/>
          <p:cNvSpPr txBox="1"/>
          <p:nvPr>
            <p:ph idx="2" type="body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4" name="Google Shape;84;p23"/>
          <p:cNvSpPr txBox="1"/>
          <p:nvPr>
            <p:ph idx="10" type="dt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3"/>
          <p:cNvSpPr txBox="1"/>
          <p:nvPr>
            <p:ph idx="11" type="ftr"/>
          </p:nvPr>
        </p:nvSpPr>
        <p:spPr>
          <a:xfrm>
            <a:off x="4800600" y="6459785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3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4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4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4"/>
          <p:cNvSpPr txBox="1"/>
          <p:nvPr>
            <p:ph type="title"/>
          </p:nvPr>
        </p:nvSpPr>
        <p:spPr>
          <a:xfrm>
            <a:off x="1097280" y="5074920"/>
            <a:ext cx="10113264" cy="8229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91" name="Google Shape;91;p24"/>
          <p:cNvPicPr preferRelativeResize="0"/>
          <p:nvPr>
            <p:ph idx="2" type="pic"/>
          </p:nvPr>
        </p:nvPicPr>
        <p:blipFill/>
        <p:spPr>
          <a:xfrm>
            <a:off x="15" y="0"/>
            <a:ext cx="12191985" cy="4915076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92" name="Google Shape;92;p24"/>
          <p:cNvSpPr txBox="1"/>
          <p:nvPr>
            <p:ph idx="1" type="body"/>
          </p:nvPr>
        </p:nvSpPr>
        <p:spPr>
          <a:xfrm>
            <a:off x="1097280" y="5907023"/>
            <a:ext cx="10113264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93" name="Google Shape;93;p24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4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4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showMasterSp="0" type="vertTx">
  <p:cSld name="VERTICAL_TEX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5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5"/>
          <p:cNvSpPr txBox="1"/>
          <p:nvPr>
            <p:ph idx="1" type="body"/>
          </p:nvPr>
        </p:nvSpPr>
        <p:spPr>
          <a:xfrm rot="5400000">
            <a:off x="4114800" y="-1171786"/>
            <a:ext cx="4023360" cy="100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9" name="Google Shape;99;p25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5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5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6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6"/>
          <p:cNvSpPr txBox="1"/>
          <p:nvPr>
            <p:ph type="title"/>
          </p:nvPr>
        </p:nvSpPr>
        <p:spPr>
          <a:xfrm rot="5400000">
            <a:off x="7160640" y="1979039"/>
            <a:ext cx="5757421" cy="26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6"/>
          <p:cNvSpPr txBox="1"/>
          <p:nvPr>
            <p:ph idx="1" type="body"/>
          </p:nvPr>
        </p:nvSpPr>
        <p:spPr>
          <a:xfrm rot="5400000">
            <a:off x="1826639" y="-573661"/>
            <a:ext cx="5757422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07" name="Google Shape;107;p26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6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6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4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14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b="0" i="0" sz="4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14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b="0" i="0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b="0" i="0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4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14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" name="Google Shape;16;p14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7" name="Google Shape;17;p14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"/>
          <p:cNvSpPr txBox="1"/>
          <p:nvPr/>
        </p:nvSpPr>
        <p:spPr>
          <a:xfrm>
            <a:off x="944764" y="143561"/>
            <a:ext cx="1050632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86262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&amp; ENGINEERING</a:t>
            </a:r>
            <a:endParaRPr/>
          </a:p>
        </p:txBody>
      </p:sp>
      <p:sp>
        <p:nvSpPr>
          <p:cNvPr id="115" name="Google Shape;115;p1"/>
          <p:cNvSpPr txBox="1"/>
          <p:nvPr/>
        </p:nvSpPr>
        <p:spPr>
          <a:xfrm>
            <a:off x="1537409" y="1274727"/>
            <a:ext cx="9474045" cy="35447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MAJOR PROJECT PHASE-I PRESENTATION</a:t>
            </a:r>
            <a:endParaRPr/>
          </a:p>
        </p:txBody>
      </p:sp>
      <p:sp>
        <p:nvSpPr>
          <p:cNvPr id="116" name="Google Shape;116;p1"/>
          <p:cNvSpPr txBox="1"/>
          <p:nvPr/>
        </p:nvSpPr>
        <p:spPr>
          <a:xfrm>
            <a:off x="1358977" y="2175597"/>
            <a:ext cx="9474045" cy="35447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WaterGuard-Smart Water Quality Monitoring Using IoT and AI</a:t>
            </a:r>
            <a:endParaRPr/>
          </a:p>
        </p:txBody>
      </p:sp>
      <p:sp>
        <p:nvSpPr>
          <p:cNvPr id="117" name="Google Shape;117;p1"/>
          <p:cNvSpPr txBox="1"/>
          <p:nvPr/>
        </p:nvSpPr>
        <p:spPr>
          <a:xfrm>
            <a:off x="1317305" y="2860576"/>
            <a:ext cx="9474045" cy="35447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1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</a:t>
            </a:r>
            <a:endParaRPr/>
          </a:p>
        </p:txBody>
      </p:sp>
      <p:sp>
        <p:nvSpPr>
          <p:cNvPr id="118" name="Google Shape;118;p1"/>
          <p:cNvSpPr txBox="1"/>
          <p:nvPr/>
        </p:nvSpPr>
        <p:spPr>
          <a:xfrm>
            <a:off x="3049190" y="3456211"/>
            <a:ext cx="6093600" cy="12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</a:t>
            </a: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akib K Beig</a:t>
            </a: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    4SF2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414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Aditya Gurav</a:t>
            </a: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4SF2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402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Deeksha Naik</a:t>
            </a: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4SF2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405</a:t>
            </a:r>
            <a:endParaRPr b="1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2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Maya Bhovi</a:t>
            </a: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    4SF2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411</a:t>
            </a: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"/>
          <p:cNvSpPr txBox="1"/>
          <p:nvPr/>
        </p:nvSpPr>
        <p:spPr>
          <a:xfrm>
            <a:off x="1358977" y="4897696"/>
            <a:ext cx="9474045" cy="35447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1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 the Guidance of</a:t>
            </a:r>
            <a:endParaRPr/>
          </a:p>
        </p:txBody>
      </p:sp>
      <p:sp>
        <p:nvSpPr>
          <p:cNvPr id="120" name="Google Shape;120;p1"/>
          <p:cNvSpPr txBox="1"/>
          <p:nvPr/>
        </p:nvSpPr>
        <p:spPr>
          <a:xfrm>
            <a:off x="1358977" y="5598725"/>
            <a:ext cx="9474045" cy="35447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</a:t>
            </a: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Ms. Shiji Abraham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&gt;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"/>
          <p:cNvSpPr txBox="1"/>
          <p:nvPr/>
        </p:nvSpPr>
        <p:spPr>
          <a:xfrm>
            <a:off x="1608772" y="878724"/>
            <a:ext cx="9129600" cy="55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Literature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Review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 Description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Objectives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Implementation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 Plan - Gantt Chart &amp; Mapped SDGs 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/>
          </a:p>
        </p:txBody>
      </p:sp>
      <p:sp>
        <p:nvSpPr>
          <p:cNvPr id="126" name="Google Shape;126;p2"/>
          <p:cNvSpPr txBox="1"/>
          <p:nvPr/>
        </p:nvSpPr>
        <p:spPr>
          <a:xfrm>
            <a:off x="2803923" y="178069"/>
            <a:ext cx="609361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TABLE OF CONTENTS</a:t>
            </a:r>
            <a:endParaRPr b="0" i="0" sz="2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"/>
          <p:cNvSpPr txBox="1"/>
          <p:nvPr/>
        </p:nvSpPr>
        <p:spPr>
          <a:xfrm>
            <a:off x="2803923" y="178069"/>
            <a:ext cx="609361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b="0" i="0" sz="2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3"/>
          <p:cNvSpPr txBox="1"/>
          <p:nvPr/>
        </p:nvSpPr>
        <p:spPr>
          <a:xfrm>
            <a:off x="1188925" y="1249425"/>
            <a:ext cx="9912300" cy="21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746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300"/>
              <a:buFont typeface="Calibri"/>
              <a:buChar char="●"/>
            </a:pPr>
            <a:r>
              <a:rPr lang="en-US" sz="23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Safe drinking water is essential for human health and well-being.</a:t>
            </a:r>
            <a:endParaRPr sz="23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300"/>
              <a:buFont typeface="Calibri"/>
              <a:buChar char="●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Regular water testing in rural and semi-urban areas is costly and time-consuming.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300"/>
              <a:buFont typeface="Calibri"/>
              <a:buChar char="●"/>
            </a:pPr>
            <a:r>
              <a:t/>
            </a:r>
            <a:endParaRPr sz="23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"/>
          <p:cNvSpPr txBox="1"/>
          <p:nvPr/>
        </p:nvSpPr>
        <p:spPr>
          <a:xfrm>
            <a:off x="2803923" y="178069"/>
            <a:ext cx="609361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REVIEW</a:t>
            </a:r>
            <a:endParaRPr b="0" i="0" sz="2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"/>
          <p:cNvSpPr txBox="1"/>
          <p:nvPr/>
        </p:nvSpPr>
        <p:spPr>
          <a:xfrm>
            <a:off x="2803923" y="178069"/>
            <a:ext cx="609361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REVIEW</a:t>
            </a:r>
            <a:endParaRPr b="0" i="0" sz="2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"/>
          <p:cNvSpPr txBox="1"/>
          <p:nvPr/>
        </p:nvSpPr>
        <p:spPr>
          <a:xfrm>
            <a:off x="2803923" y="178069"/>
            <a:ext cx="609361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b="0" i="0" sz="2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"/>
          <p:cNvSpPr txBox="1"/>
          <p:nvPr/>
        </p:nvSpPr>
        <p:spPr>
          <a:xfrm>
            <a:off x="2803923" y="178069"/>
            <a:ext cx="609361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DESCRIPTION</a:t>
            </a:r>
            <a:endParaRPr b="0" i="0" sz="2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"/>
          <p:cNvSpPr txBox="1"/>
          <p:nvPr/>
        </p:nvSpPr>
        <p:spPr>
          <a:xfrm>
            <a:off x="2803923" y="178069"/>
            <a:ext cx="609361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 b="0" i="0" sz="2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9"/>
          <p:cNvSpPr txBox="1"/>
          <p:nvPr/>
        </p:nvSpPr>
        <p:spPr>
          <a:xfrm>
            <a:off x="2803923" y="178069"/>
            <a:ext cx="609361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b="0" i="0" sz="2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0"/>
          <p:cNvSpPr txBox="1"/>
          <p:nvPr/>
        </p:nvSpPr>
        <p:spPr>
          <a:xfrm>
            <a:off x="2803923" y="178069"/>
            <a:ext cx="609361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IMPLEMENTATION</a:t>
            </a:r>
            <a:endParaRPr b="0" i="0" sz="2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1"/>
          <p:cNvSpPr txBox="1"/>
          <p:nvPr/>
        </p:nvSpPr>
        <p:spPr>
          <a:xfrm>
            <a:off x="2803923" y="178069"/>
            <a:ext cx="609361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</a:t>
            </a:r>
            <a:endParaRPr b="0" i="0" sz="2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2"/>
          <p:cNvSpPr txBox="1"/>
          <p:nvPr/>
        </p:nvSpPr>
        <p:spPr>
          <a:xfrm>
            <a:off x="2803923" y="178069"/>
            <a:ext cx="609361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PLAN</a:t>
            </a:r>
            <a:endParaRPr b="0" i="0" sz="2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3"/>
          <p:cNvSpPr txBox="1"/>
          <p:nvPr/>
        </p:nvSpPr>
        <p:spPr>
          <a:xfrm>
            <a:off x="2803923" y="178069"/>
            <a:ext cx="609361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b="0" i="0" sz="2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2026-02-24T06:23:37Z</dcterms:created>
  <dc:creator>Deepti Rai</dc:creator>
</cp:coreProperties>
</file>